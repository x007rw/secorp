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4793"/>
    <a:srgbClr val="0D448D"/>
    <a:srgbClr val="42B184"/>
    <a:srgbClr val="38B7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>
        <p:scale>
          <a:sx n="58" d="100"/>
          <a:sy n="58" d="100"/>
        </p:scale>
        <p:origin x="597" y="7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CDDD9C-F27F-6FC0-885B-4B54DC2F77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879419C-DAFA-6028-FA94-819256F9E1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8EF6CCB-38B2-32B9-02F5-7BC0D8EB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20B26B-9171-1280-46F6-E98F92BCE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3502C4-6E99-7AD7-C97E-E6F341F7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16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3D9C9C-68EA-0308-4EB0-A944996F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0B00C57-E4F3-2702-E827-30B4113CB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2F64FB4-CCC7-0140-0021-1E94C6B29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EF15BA-0273-6575-0DF2-3E07F77B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3CBC6B-E4B5-1266-0EC9-EAB465FB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4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A0A170-76AB-DCA1-45FC-072F7CBC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0F8CB7E-2A10-9797-B0A2-7AF11CA81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EB3F2A-80B4-39B2-061D-9723171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CC59AF-FF9A-BF7B-5CCF-5938006EA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987FC2-22F3-901A-5B11-7E05C784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6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8D6D9E-01B9-E141-7147-3D42B2A8F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930A9BE-A789-F5D5-666C-DD46A58B6D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D9DC2FC-DFC0-5FF9-939C-B2795113B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0F9188-10DE-412C-AC7C-1B536D92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2BB0FD-48C5-F53A-EB61-BD629249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F817190-618A-574E-9B7D-E4D1D3C2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699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FC9266-33D5-B748-6F08-1EB1CB13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924F27-F73B-52C8-89B7-F85B1FADA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37E1307-9319-47B4-FFB5-F9B59C412B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267B797-FE18-6E88-26B5-1F1EEFE22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DDB78C-631B-EC22-3524-089CB92818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F86451E-7534-6FD6-4373-BC2A17E9D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861CDF-25E6-44C9-4081-13F4C232A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EFEF6B2-8AC6-4884-7D71-CCAFDC26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386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9894E-4ABA-D031-7D13-3CA77827C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3D67279-0216-EB90-7CFC-1B50B17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CEA2E7D-1F55-A62B-F5E8-D17001E3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58A7B9B-C03A-61CE-53C2-B0287952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22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E61504-DADC-E63C-C474-E1635056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C78B122-C782-1F9F-31E8-BE8A075F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C57D51-4F84-B191-3604-F5EE69D0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593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947002-B5BF-FD07-003D-8B66DFB75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312ADF-20D2-493D-A386-07AFACBC7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486A8D3-4A7C-B50C-CBC7-85A223CC0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99A381-4D4E-747D-7B80-4C614F38D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B94FAE-B19B-5268-FB5F-1E567A711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FF7CE5-28A2-CC01-8BA9-AD33D28A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06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02709E-1CF5-09FC-387A-84D54B786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83A4E31-C57E-49EB-CFCE-0688CDF41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963121-458D-1C4F-1B69-011261F9D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C63C37-C986-756F-4327-BB7E6444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9E35A6-160C-AB66-B0AB-41D6472BE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8215A9-1ED4-E64A-C204-49163D077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257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CC9735-4BBD-421C-1210-60F35F757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5D942CE-9FC1-2F58-996E-3DE1BEE51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651456-AE47-9ED6-EBC4-6C386A38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94866F-5B34-E305-C9D1-C5195C2A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C823F3-98EC-9AF6-ABCB-9DDC22B9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267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E99439-0A9E-ED37-89BE-4F13E0D65D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06F5F4D-F653-4EC6-B6F3-00AD1AE341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53EE8B-F9AC-4DF2-F5FB-03AF9009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CDE971-E683-8D7B-035F-3291DA993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74D6E4-2E9F-64FF-3242-FE5D9572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7866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60D03C5-9986-DB40-15AE-D2DE7BD5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9FD7DEF-749E-955B-E7C6-D15218D48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F088F-0908-A00C-00EC-B47402FF2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A3D83-39CC-4D38-ABEF-963258CCD9B1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750563-E764-FB1F-1F19-63F3477ED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98B69F-C343-5E0E-A84B-795F68677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81F0E-4E21-4B52-AD0E-76238702B8D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3016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6A32DF3D-74E7-26A2-A8B3-E065E7BE386F}"/>
              </a:ext>
            </a:extLst>
          </p:cNvPr>
          <p:cNvSpPr/>
          <p:nvPr/>
        </p:nvSpPr>
        <p:spPr>
          <a:xfrm>
            <a:off x="3430200" y="763200"/>
            <a:ext cx="5331600" cy="5331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4A9722-5A7F-46E0-5520-0A1085FCF2FB}"/>
              </a:ext>
            </a:extLst>
          </p:cNvPr>
          <p:cNvSpPr txBox="1"/>
          <p:nvPr/>
        </p:nvSpPr>
        <p:spPr>
          <a:xfrm>
            <a:off x="4280452" y="2382560"/>
            <a:ext cx="3631096" cy="209288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3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42B184"/>
                </a:solidFill>
                <a:effectLst>
                  <a:outerShdw dist="38100" dir="2700000" algn="bl" rotWithShape="0">
                    <a:srgbClr val="0A4793"/>
                  </a:outerShdw>
                </a:effectLst>
                <a:latin typeface="Impact" panose="020B0806030902050204" pitchFamily="34" charset="0"/>
                <a:ea typeface="Noto Sans JP Black" panose="020B0200000000000000" pitchFamily="50" charset="-128"/>
              </a:rPr>
              <a:t>SEC</a:t>
            </a:r>
            <a:endParaRPr kumimoji="1" lang="ja-JP" altLang="en-US" sz="13000" b="1" dirty="0">
              <a:ln w="13462">
                <a:solidFill>
                  <a:schemeClr val="bg1"/>
                </a:solidFill>
                <a:prstDash val="solid"/>
              </a:ln>
              <a:solidFill>
                <a:srgbClr val="42B184"/>
              </a:solidFill>
              <a:effectLst>
                <a:outerShdw dist="38100" dir="2700000" algn="bl" rotWithShape="0">
                  <a:srgbClr val="0A4793"/>
                </a:outerShdw>
              </a:effectLst>
              <a:latin typeface="Impact" panose="020B0806030902050204" pitchFamily="34" charset="0"/>
              <a:ea typeface="Noto Sans JP Black" panose="020B0200000000000000" pitchFamily="50" charset="-128"/>
            </a:endParaRP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F3FCF0F8-0F60-58A1-6AA6-2EA22D95A787}"/>
              </a:ext>
            </a:extLst>
          </p:cNvPr>
          <p:cNvSpPr>
            <a:spLocks noChangeAspect="1"/>
          </p:cNvSpPr>
          <p:nvPr/>
        </p:nvSpPr>
        <p:spPr>
          <a:xfrm>
            <a:off x="3430658" y="1629000"/>
            <a:ext cx="5330685" cy="3600000"/>
          </a:xfrm>
          <a:custGeom>
            <a:avLst/>
            <a:gdLst>
              <a:gd name="csX0" fmla="*/ 2665342 w 5330685"/>
              <a:gd name="csY0" fmla="*/ 386138 h 3600000"/>
              <a:gd name="csX1" fmla="*/ 571771 w 5330685"/>
              <a:gd name="csY1" fmla="*/ 1800001 h 3600000"/>
              <a:gd name="csX2" fmla="*/ 2665342 w 5330685"/>
              <a:gd name="csY2" fmla="*/ 3213863 h 3600000"/>
              <a:gd name="csX3" fmla="*/ 4758913 w 5330685"/>
              <a:gd name="csY3" fmla="*/ 1800001 h 3600000"/>
              <a:gd name="csX4" fmla="*/ 2665343 w 5330685"/>
              <a:gd name="csY4" fmla="*/ 0 h 3600000"/>
              <a:gd name="csX5" fmla="*/ 5330685 w 5330685"/>
              <a:gd name="csY5" fmla="*/ 1800000 h 3600000"/>
              <a:gd name="csX6" fmla="*/ 2665343 w 5330685"/>
              <a:gd name="csY6" fmla="*/ 3600000 h 3600000"/>
              <a:gd name="csX7" fmla="*/ 0 w 5330685"/>
              <a:gd name="csY7" fmla="*/ 1800000 h 36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330685" h="3600000">
                <a:moveTo>
                  <a:pt x="2665342" y="386138"/>
                </a:moveTo>
                <a:lnTo>
                  <a:pt x="571771" y="1800001"/>
                </a:lnTo>
                <a:lnTo>
                  <a:pt x="2665342" y="3213863"/>
                </a:lnTo>
                <a:lnTo>
                  <a:pt x="4758913" y="1800001"/>
                </a:lnTo>
                <a:close/>
                <a:moveTo>
                  <a:pt x="2665343" y="0"/>
                </a:moveTo>
                <a:lnTo>
                  <a:pt x="5330685" y="1800000"/>
                </a:lnTo>
                <a:lnTo>
                  <a:pt x="2665343" y="36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0A47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248F6516-6E52-12B7-AD7F-5258E2116E56}"/>
              </a:ext>
            </a:extLst>
          </p:cNvPr>
          <p:cNvSpPr/>
          <p:nvPr/>
        </p:nvSpPr>
        <p:spPr>
          <a:xfrm>
            <a:off x="3430658" y="3429000"/>
            <a:ext cx="2665342" cy="1800000"/>
          </a:xfrm>
          <a:custGeom>
            <a:avLst/>
            <a:gdLst>
              <a:gd name="csX0" fmla="*/ 0 w 2665342"/>
              <a:gd name="csY0" fmla="*/ 0 h 1800000"/>
              <a:gd name="csX1" fmla="*/ 571773 w 2665342"/>
              <a:gd name="csY1" fmla="*/ 0 h 1800000"/>
              <a:gd name="csX2" fmla="*/ 571771 w 2665342"/>
              <a:gd name="csY2" fmla="*/ 1 h 1800000"/>
              <a:gd name="csX3" fmla="*/ 2665342 w 2665342"/>
              <a:gd name="csY3" fmla="*/ 1413863 h 1800000"/>
              <a:gd name="csX4" fmla="*/ 2665342 w 2665342"/>
              <a:gd name="csY4" fmla="*/ 1800000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665342" h="1800000">
                <a:moveTo>
                  <a:pt x="0" y="0"/>
                </a:moveTo>
                <a:lnTo>
                  <a:pt x="571773" y="0"/>
                </a:lnTo>
                <a:lnTo>
                  <a:pt x="571771" y="1"/>
                </a:lnTo>
                <a:lnTo>
                  <a:pt x="2665342" y="1413863"/>
                </a:lnTo>
                <a:lnTo>
                  <a:pt x="2665342" y="1800000"/>
                </a:lnTo>
                <a:close/>
              </a:path>
            </a:pathLst>
          </a:custGeom>
          <a:solidFill>
            <a:srgbClr val="38B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フリーフォーム: 図形 14">
            <a:extLst>
              <a:ext uri="{FF2B5EF4-FFF2-40B4-BE49-F238E27FC236}">
                <a16:creationId xmlns:a16="http://schemas.microsoft.com/office/drawing/2014/main" id="{1B1F46EB-AC91-E132-176A-CAD4B00971E1}"/>
              </a:ext>
            </a:extLst>
          </p:cNvPr>
          <p:cNvSpPr/>
          <p:nvPr/>
        </p:nvSpPr>
        <p:spPr>
          <a:xfrm>
            <a:off x="6096000" y="1629000"/>
            <a:ext cx="2665342" cy="1800000"/>
          </a:xfrm>
          <a:custGeom>
            <a:avLst/>
            <a:gdLst>
              <a:gd name="csX0" fmla="*/ 1 w 2665342"/>
              <a:gd name="csY0" fmla="*/ 0 h 1800000"/>
              <a:gd name="csX1" fmla="*/ 2665342 w 2665342"/>
              <a:gd name="csY1" fmla="*/ 1799999 h 1800000"/>
              <a:gd name="csX2" fmla="*/ 2665342 w 2665342"/>
              <a:gd name="csY2" fmla="*/ 1800000 h 1800000"/>
              <a:gd name="csX3" fmla="*/ 2093570 w 2665342"/>
              <a:gd name="csY3" fmla="*/ 1800000 h 1800000"/>
              <a:gd name="csX4" fmla="*/ 0 w 2665342"/>
              <a:gd name="csY4" fmla="*/ 386138 h 1800000"/>
              <a:gd name="csX5" fmla="*/ 0 w 2665342"/>
              <a:gd name="csY5" fmla="*/ 1 h 180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665342" h="1800000">
                <a:moveTo>
                  <a:pt x="1" y="0"/>
                </a:moveTo>
                <a:lnTo>
                  <a:pt x="2665342" y="1799999"/>
                </a:lnTo>
                <a:lnTo>
                  <a:pt x="2665342" y="1800000"/>
                </a:lnTo>
                <a:lnTo>
                  <a:pt x="2093570" y="1800000"/>
                </a:lnTo>
                <a:lnTo>
                  <a:pt x="0" y="386138"/>
                </a:lnTo>
                <a:lnTo>
                  <a:pt x="0" y="1"/>
                </a:lnTo>
                <a:close/>
              </a:path>
            </a:pathLst>
          </a:custGeom>
          <a:solidFill>
            <a:srgbClr val="38B7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4164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E78DD50E-CB68-A589-2F45-F2FD1BED16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8780" y="1"/>
            <a:ext cx="684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48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</Words>
  <Application>Microsoft Office PowerPoint</Application>
  <PresentationFormat>ワイド画面</PresentationFormat>
  <Paragraphs>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Impact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隆司 高山</dc:creator>
  <cp:lastModifiedBy>隆司 高山</cp:lastModifiedBy>
  <cp:revision>1</cp:revision>
  <dcterms:created xsi:type="dcterms:W3CDTF">2026-05-06T14:53:33Z</dcterms:created>
  <dcterms:modified xsi:type="dcterms:W3CDTF">2026-05-06T15:34:17Z</dcterms:modified>
</cp:coreProperties>
</file>